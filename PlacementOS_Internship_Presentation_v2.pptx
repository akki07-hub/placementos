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3108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INTERNSHIP PROJECT PRESENTATION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Student Career Roadmap &amp;</a:t>
            </a:r>
            <a:br/>
            <a:r>
              <a:t>Placement Readiness Tracking System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</a:defRPr>
            </a:pPr>
            <a:r>
              <a:t>Product: PlacementOS (v2.0)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5120640"/>
            <a:ext cx="10241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Candidate Name: Alex Mine  •  College: GITAM University  •  Department: Computer Science &amp; Engineering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Role: Software Engineering Intern  •  Domain: Web Development &amp; Client-Side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Fragmented Placement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🧮 Quantitative Aptitude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Unstructured speed-math practice &amp; random mock tests without difficulty tracking.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💻 Data Structures &amp; Algorithms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Scattered problem tracking across notes with no topic balance (Trees/DP).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⚡ Programming Core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Lack of syntax &amp; OOPs proficiency tracking across C++, Java, and Python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🏗️ Projects &amp; Portfolio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Unorganized full-stack &amp; system projects without clear architectural milestone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🗣️ Communication &amp; HR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Infrequent behavioral round practice &amp; lack of STAR technique evaluation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📄 Resume &amp; Company Prep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Scattered company target lists &amp; untracked application lifecycle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Solution: PlacementOS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🎯 Career Planning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Set target roles, dream companies, and graduation timeline goals in one 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🗺️ Dynamic Roadmaps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Follow pre-configured, multi-domain preparation tracks (DSA, CS Core, Projects, HR).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📋 Task Management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Organize daily preparation tasks using interactive Kanban boards &amp; priority tags.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📈 Skill Tracking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Track 4-tier skill levels (Beginner → Developing → Proficient → Expert).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📊 Progress Monitoring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Real-time productivity analytics, completion velocity, and streak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⚡ Placement Readiness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Algorithmic Placement Readiness Score (0-100) with actionable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Core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Structured Preparation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Eliminate random preparation by providing milestone-based domain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Progress Tracking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Provide visual progress indicators, task statuses, and completion velocity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3. Skill Gap Identification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Automatically detect weak domain areas (e.g. System Design vs DSA) for targeted prep.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4. Consistency &amp; Streaks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Incentivize daily study habits with active streak counters and longest streak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5. High Productivity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Streamline prep workflow into Kanban task states with priority tags &amp;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6. Placement Readiness Score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Evaluate student placement readiness objectively on a standardized 0-100 score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Functional Requirements (17 Official Specifications)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User Profile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Career Goal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Roadmap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Task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Skill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3172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6. Progress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7. Placement 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8.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9. Analytics &amp;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10. Skill Gap 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11.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12. History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13. Consistency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14. Achievement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6344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15. Search &amp; Filtering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16. Data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440680"/>
            <a:ext cx="329184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17. Data Storage (LocalStorage)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Implemented Features &amp; Application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🗺️ Personalized Roadmaps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Multi-domain preparation tracks with milestone checkboxes.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📋 Task Management (CRUD)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Kanban board (Pending, In Progress, Completed) with priority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📈 Skill Tracking &amp; Streaks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4-tier skill mastery levels &amp; daily study streak counters.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Placement Readiness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Dynamic score calculation with automated recommendation engine.</a:t>
            </a:r>
          </a:p>
        </p:txBody>
      </p:sp>
      <p:pic>
        <p:nvPicPr>
          <p:cNvPr id="7" name="Picture 6" descr="img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960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Placement Readiness Score &amp; Classification Matrices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🔄 READINESS EVALUATION PIPELINE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Preparation Data (Tasks/Roadmaps)  ➔  Skill Progress Matrix  ➔  Readiness Analysis  ➔  Readiness Score (0-100)  ➔  Readiness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🎯 SKILL LEVEL MATRIX (Per Skill)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Beginner: Fundamental syntax &amp; basic concepts.</a:t>
            </a:r>
            <a:br/>
            <a:r>
              <a:t>• Developing: Active problem solving &amp; practical tasks.</a:t>
            </a:r>
            <a:br/>
            <a:r>
              <a:t>• Proficient: Advanced implementations &amp; optimization.</a:t>
            </a:r>
            <a:br/>
            <a:r>
              <a:t>• Expert: Complete mastery &amp; architectural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5242255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PLACEMENT READINESS LEVELS (Overall)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Beginner (&lt; 40%): Building initial preparation foundation.</a:t>
            </a:r>
            <a:br/>
            <a:r>
              <a:t>• Intermediate (40-64%): Steady task execution across core domains.</a:t>
            </a:r>
            <a:br/>
            <a:r>
              <a:t>• Advanced (65-84%): Strong preparation; interview ready base.</a:t>
            </a:r>
            <a:br/>
            <a:r>
              <a:t>• Interview Ready (85-100%): Meeting high placement benchmarks.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&amp; Visual Analytics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📊 Overall Progress &amp; Score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Completion percentages &amp; Placement Readiness Score gauge.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📋 Recent Tasks &amp; Milestones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Task velocity, pending deadlines, and roadmap milestone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🗺️ Category Breakdown &amp; Advice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Domain progress meters &amp; dynamic recommendation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512064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📈 Historical Trend Charts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HTML5 Canvas ChartEngine (Weekly velocity &amp; consistency statistics).</a:t>
            </a:r>
          </a:p>
        </p:txBody>
      </p:sp>
      <p:pic>
        <p:nvPicPr>
          <p:cNvPr id="7" name="Picture 6" descr="img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960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History Management, Consistency &amp; Achievements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📜 History Management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Filterable audit log of completed tasks, readiness scores, and milestone achievements with timestamps.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🔥 Consistency Tracking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Tracks daily/weekly preparation habits (currentStreak), records all-time longestStreak, and active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🏆 Achievement System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Evaluates preparation milestones and unlocks gamified badges (e.g., DSA Master, Milestone Builder) with toast notifications.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Technology &amp; Client-Side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09728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🏛️ CLIENT ARCHITECTURE FLOW (HTML / CSS / JS / LOCALSTORAGE)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User  ➔  UI (HTML/CSS)  ➔  Views / Components  ➔  State Management  ➔  Engines / Services  ➔  LocalStorage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Readiness 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Calculates category scores &amp; Placement Readiness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83464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💡 Recommendation 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Generates personalized advice based on weak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83464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🔥 Streak 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Tracks daily active study streak 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🏆 Achievement 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Evaluates achievement criteria &amp; unlocks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48056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🛡️ Validation Module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Validates profile inputs, CGPA, and task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48056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📥 Export Service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Handles JSON backup, CSV export &amp; PDF report card printing.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PLACEMENTOS INTERNSHIP PROJECT EVALUATION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Expected Project Outcomes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🎯 Organized Preparation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Eliminates chaotic study habits through structured, multi-domain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⚡ Better Productivity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Boosts daily output with Kanban task organization, priority tags, and filtering.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🔍 Identify Skill Gaps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Instantly highlights weak domain areas prior to campus placement drives.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🔥 Improve Consistency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Maintains study momentum through daily streak tracking and milestone rewards.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Measure Placement Readiness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Replaces guesswork with an objective Placement Readiness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12064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💼 Prepare Effectively for Interviews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Ensures students enter placement drives fully prepared across technical and core domains.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CONCLUSION &amp; METHODOLOGY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Plan ➔ Prepare ➔ Track ➔ Analyze ➔ Improve ➔ Become Placement Ready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PlacementOS provides a lightweight, client-side, zero-cost career roadmap and placement readiness tracking system built with HTML, CSS, JavaScript, and LocalStorage.</a:t>
            </a:r>
          </a:p>
          <a:p>
            <a:pPr>
              <a:spcBef>
                <a:spcPts val="2800"/>
              </a:spcBef>
              <a:defRPr sz="2200" b="1">
                <a:solidFill>
                  <a:srgbClr val="2563EB"/>
                </a:solidFill>
              </a:defRPr>
            </a:pPr>
            <a:r>
              <a:t>🚀 LIVE SYSTEM DEMONSTRATION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Status: Active Client Application  •  Live System Demonstration  •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