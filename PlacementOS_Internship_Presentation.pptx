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09728" cy="3108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INTERNSHIP PROJECT PRESENTATION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Student Career Roadmap &amp;</a:t>
            </a:r>
            <a:br/>
            <a:r>
              <a:t>Placement Readiness Tracking System</a:t>
            </a:r>
          </a:p>
          <a:p>
            <a:pPr>
              <a:spcBef>
                <a:spcPts val="800"/>
              </a:spcBef>
              <a:defRPr sz="2000">
                <a:solidFill>
                  <a:srgbClr val="94A3B8"/>
                </a:solidFill>
              </a:defRPr>
            </a:pPr>
            <a:r>
              <a:t>Product: PlacementOS (v2.0)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5120640"/>
            <a:ext cx="102412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Candidate Name: Alex Mine  •  College: GITAM University  •  Department: Computer Science &amp; Engineering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Role: Software Engineering Intern  •  Domain: Full-Stack Web Development &amp; Client-Side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Statement: Preparation Fragmentations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🧮 Quantitative Aptitude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Unstructured speed-math practice &amp; random mock tests without difficulty tracking.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💻 Data Structures &amp; Algorithms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Scattered LeetCode problem tracking across notes with no domain balance (Trees/DP).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⚡ Programming Core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Lack of syntax &amp; OOPs proficiency tracking across C++, Java, and Python languages.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🏗️ Projects &amp; Portfolio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Unorganized full-stack &amp; system projects without clear architectural milestone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🗣️ Communication &amp; HR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Infrequent behavioral round practice &amp; lack of STAR technique evaluation frameworks.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📄 Resume &amp; Company Prep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Scattered company target lists &amp; untracked application lifecycle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Proposed Solution: PlacementOS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🎯 Career Planning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Set target roles, dream companies, and graduation timeline goals in one place.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🗺️ Dynamic Roadmaps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Follow pre-configured, multi-domain roadmaps (DSA, CS Core, Projects, HR).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📋 Task Management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Organize daily preparation tasks using interactive Kanban boards &amp; priority tags.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📈 Skill Tracking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Track 4-tier skill levels (Beginner → Expert) with direct progress increments.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📊 Progress Monitoring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Real-time productivity analytics, completion velocity, and streak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⚡ Readiness Score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Algorithmic placement readiness evaluation (0-100) with actionable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Core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Structured Preparation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Eliminate random preparation by providing milestone-based domain roadmaps.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2. Real-Time Progress Tracking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Provide visual progress indicators, task statuses, and completion velocity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3. Skill Gap Identification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Automatically detect weak domain areas (e.g. System Design vs DSA) for targeted prep.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4. Consistency &amp; Streak Engine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Incentivize daily study habits with active streak counters and longest streak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5. High Productivity &amp; Focus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Streamline prep workflow into Kanban task states with priority tags &amp;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6. Quantitative Readiness Index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Evaluate student placement readiness objectively on a standardized 0-100 score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Functional Requirements Specifications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1. User Profile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2. Career Goal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3. Roadmap Creation &amp;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4. Task Management (CRUD)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33172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5. Skill Mastery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33172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6. Progress Monitoring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7. Placement Readiness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10896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8. Central Overview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9. Analytics &amp; Insights 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10. Skill Gap Identification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8620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11. Recommendation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8620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12. Preparation History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13. Consistency &amp; Streak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66344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14. Achievement &amp; Badge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66344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15. Search &amp; Multi-Filter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4068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16. Data Export (JSON/CSV/PDF)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44068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17. Client Storage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Key Implemented Modules &amp;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🗺️ Personalized Roadmaps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Pre-configured 6-domain preparation tracks with milestone progress checkboxes.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📋 Task Management (CRUD)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Kanban board (Pending, In Progress, Completed) with priority tags &amp; modal creation.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📈 Skill Level Matrix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Interactive skill list with direct level increment buttons (Beginner → Expert).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⚡ Streaks &amp; Achievements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Daily activity tracker with current/longest streak and instant unlock badges.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💡 Recommendation Engine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Smart actionable advice generated dynamically based on domain weak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📥 Data Mobility &amp; Reports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JSON backup export/import, CSV task report download, and printable PDF report card.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Placement Readiness Score Engine &amp;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🔄 READINESS PROCESSING PIPELINE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Preparation Data (Tasks/Roadmap)  ➔  Skill Progress Matrix  ➔  Weighted Domain Analysis  ➔  Readiness Score (0-100)  ➔  Readiness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383280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🔴 Beginner (&lt; 40%)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Building fundamental concepts in DSA &amp; CS core. Requires structured roadmap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383280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🟡 Intermediate (40 - 64%)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Moderate task completion. Working on core problems &amp; full-stack project building.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🔵 Advanced (65 - 84%)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Strong problem-solving base. Ready for technical interviews &amp; company mock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846320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🟢 Interview Ready (85 - 100%)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High mastery across all 6 domains. Highly recommended for Tier-1 Product Companies.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Dashboard &amp; Visual Analytics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📊 Overall Progress Meter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Visual completion percentage across all preparation categories.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⚡ Readiness Score Gauge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Hero readiness score card with classification badge &amp; verdict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📋 Task Velocity &amp; Deadlines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Recent task completion list and upcoming deadline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🗺️ Category Progress Bars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Domain-wise breakdown (DSA, Web Dev, CS Core, HR prep).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💡 Real-Time Recommendations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Dynamic advice engine highlighting weak domain areas.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📈 Historical Trend Charts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Custom HTML5 Canvas ChartEngine (Line velocity, Bar charts, Skill Radar).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History, Streaks &amp; Gamified Achievements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📜 Preparation Audit History Log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Complete filterable record of all completed tasks, unlocked achievements, and roadmap milestones with date timestamps.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🔥 Streak &amp; Consistency Engine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Tracks daily active study habits (`currentStreak`), records all-time `longestStreak`, and updates last active 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🏆 Badges &amp; Reward Achievements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Automated achievement evaluator unlocking badges (e.g. *DSA Warrior*, *Database Architect*, *5-Task Streak*) with celebratory toast popups.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Technology Stack &amp; Client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118872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🏛️ CLIENT SYSTEM ARCHITECTURE FLOW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User Input  ➔  HTML5 UI Shell  ➔  ES6 Views/Components  ➔  State Store (Pub/Sub)  ➔  Engines/Services  ➔  LocalStorage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⚡ ReadinessEngine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Calculates weighted category scores &amp; readiness levels.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92608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💡 RecommendationEngine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Generates personalized actionable advice.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92608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🔥 StreakEngine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Updates daily activity streak counters.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🏆 AchievementEngine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Evaluates achievement criteria &amp; unlocks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57200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🛡️ Validators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Validates profile inputs, CGPA, and task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📥 ExportService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Handles JSON backup, CSV export &amp; PDF printing.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Expected Project Outcomes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🎯 Organized Preparation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Eliminates chaotic study habits through structured, domain-specific preparation roadmaps.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⚡ Higher Productivity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Boosts daily output with Kanban task organization, priority tags, and category filters.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🔍 Clear Skill Gap Analysis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Instantly highlights weak domain areas before actual campus placement drives begin.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🔥 Sustained Consistency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Maintains study momentum through daily streak tracking and gamified milestone rewards.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📊 Measured Readiness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Replaces guesswork with an objective 0-100 score and tier eligibility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💼 Interview Success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Ensures students enter campus placement drives fully prepared across DSA, Core CS, and HR.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CONCLUSION &amp; METHODOLOGY</a:t>
            </a:r>
          </a:p>
          <a:p>
            <a:pPr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Plan ➔ Prepare ➔ Track ➔ Analyze ➔ Improve ➔ Become Placement Ready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PlacementOS successfully provides an intuitive, privacy-first, zero-cost career roadmap and placement readiness tracking platform for students.</a:t>
            </a:r>
          </a:p>
          <a:p>
            <a:pPr>
              <a:spcBef>
                <a:spcPts val="2800"/>
              </a:spcBef>
              <a:defRPr sz="2200" b="1">
                <a:solidFill>
                  <a:srgbClr val="2563EB"/>
                </a:solidFill>
              </a:defRPr>
            </a:pPr>
            <a:r>
              <a:t>🚀 LIVE SYSTEM DEMONSTRATION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Local Web Server Active: http://localhost:8080  •  Thank You!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