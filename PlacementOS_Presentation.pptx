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PlacementOS v2.0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Student Career Roadmap &amp; Placement Readiness System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All-in-One Data-Driven Career Management Platform for Campus Placements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Tech Stack: HTML5 • Vanilla CSS • ES6 JS Modules • LocalStorage • ChartEngine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SUMMARY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Solution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B91C1C"/>
                </a:solidFill>
              </a:defRPr>
            </a:pPr>
            <a:r>
              <a:t>⚠️ Key Preparation Challenges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Unstructured Preparation: Students struggle to balance DSA, System Design, CS Fundamentals, and HR prep.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Lack of Quantifiable Readiness: No clear metric to judge if a student is genuinely 'Placement Ready'.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Fragmented Tracking: Preparation tasks scattered across physical notebooks, Excel, and multiple apps.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Anxiety &amp; Misalignment: No structured timeline matching company drive schedules and difficulty tiers.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5803D"/>
                </a:solidFill>
              </a:defRPr>
            </a:pPr>
            <a:r>
              <a:t>🚀 PlacementOS Solution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Centralized Placement OS: All-in-one web platform with 12 specialized prep management modules.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Real-Time Readiness Scoring Engine: Algorithmic score (0-100) dynamically evaluated from progress.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Interactive 6-Domain Roadmap: Pre-configured milestones for DSA, Web Dev, CS Core, Aptitude, HR.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Kanban Task Board &amp; Skill Tracker: Visual workflow management with drag-and-drop task states.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100% Privacy &amp; Zero Server Cost: Entirely runs client-side with zero data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ENGINEERING ARCHITECTURE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Technical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🎨 Presentation &amp; Styling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Semantic HTML5 App Shell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Vanilla CSS Design Tokens (CSS Variables)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Glassmorphism Backdrop Filters &amp; Card Grids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Seamless Dark &amp; Light Mode Engine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Fluid Responsive Design (Desktop &amp; Mobile)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Zero Framework Bloat (No React/Vue overhead)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⚡ Logic &amp; Controller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Modular ES6 Native JavaScript Modules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Dynamic Client-Side Hash Router (#dashboard, etc.)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Reactive Publisher-Subscriber State Store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View Rendering Classes for 12 Pages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Readiness Scoring Engine Algorithm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Custom Canvas Chart Engine (Line, Bar, Radar)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💾 Storage &amp; Data Mobility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Browser LocalStorage State Persistence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Automatic Data Schema Migration Engine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Full JSON Backup Export &amp; Import Restore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CSV Spreadsheet Export for Task Reports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Printable PDF Placement Report Generator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✔ 100% Offline Capability &amp; Data Privacy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FEATURE DEEP-DIVE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Core Functional Modules (1 to 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📊 Dashboard Overview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Live Readiness Score Gauge, KPI cards, weekly velocity chart, skill radar, and upcoming deadlines.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👤 Student Profile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Manage academic metrics (CGPA, College, Grad Year), target career roles, and dream company tags.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🎯 Career Goals &amp; Tiering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Categorize target companies into Dream, Target, and Safety tiers with status lifecycle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🗺️ Career Roadmap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Structured 6-domain preparation milestones (DSA, Web Dev, Core CS, Aptitude, HR, System Design).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📋 Kanban Task Manager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Interactive drag-and-drop workflow (Pending, In Progress, Completed) with priority tags &amp; category filters.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📈 Skill Mastery Tracker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Multi-level skill tracker (Beginner → Expert) with direct progress increments and domain 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FEATURE DEEP-DIVE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Core Functional Modules (7 to 12)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⚡ Placement Readiness Score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Algorithmic score calculator combining DSA, Projects, Core CS, Aptitude, and Soft Skills.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📈 Growth &amp; Velocity Analytics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Productivity trend charts, category task distribution, and milestone completion 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📜 Audit History Log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Complete filterable history log of all completed tasks, unlocked achievements, and milestones.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🏆 Badges &amp; Achievements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Gamified achievement system with progress bars and instant toast notifications upon unlocking.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📥 Export &amp; PDF Reports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Download JSON backups, export CSV task spreadsheets, and generate printable PDF report cards.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⚙️ System Settings &amp; Demo Data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Dark/Light theme switcher, LocalStorage metrics, realistic sample data loader, and reset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ALGORITHMIC DEEP-DIVE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Placement Readiness Score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🎯 Multi-Factor Readiness Score Formula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DSA &amp; Problem Solving (30%): LeetCode problems, Algorithms, Data Structures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Core CS Fundamentals (25%): Operating Systems, DBMS, Networks, OOPs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Projects &amp; System Design (20%): Full-stack projects, System Design basics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Aptitude &amp; Logical Reasoning (15%): Quantitative, Logical, Verbal reasoning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Behavioral &amp; Soft Skills (10%): Mock Interviews, HR questions, Resume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📊 Dynamic Readiness Classification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🟢 Placement Ready (80 - 100%)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High confidence for Tier-1 &amp; Product companies. Excellent coverage across all domains.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🟡 On Track (60 - 79%)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Good progress. Requires targeted focus on weak domains before upcoming company drives.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🔴 Needs Focus (&lt; 60%)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Requires structured task execution following the PlacementOS milestone roadmap.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VALUE PROPOSITION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Key Project Differentiators &amp; Advantages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⚡ Zero Latency &amp; Offline-First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Instant load times under 50ms with 100% offline functionality using local storage persistence.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🔒 Complete Data Privacy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No user data is transmitted to external servers or tracking services. Complete student privacy.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🛠️ Zero Heavy Dependencies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Built with pure HTML5, CSS3, and ES6 JS. Zero npm package vulnerabilities or framework breaking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📊 Custom Lightweight Charting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Handcrafted canvas drawing engine (`ChartEngine.js`) eliminating heavy external charting bundles.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🔄 Seamless Data Mobility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Complete data export/import capabilities allowing students to backup and transfer data across devices.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PRODUCT ROADMAP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Future Enhancement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🤖 AI Mock Interview Simulator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Integration with Gemini API for real-time speech/text mock technical and HR interview evaluations.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🔗 Platform API Synchronizer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Automatic progress sync with LeetCode, HackerRank, and GitHub user profiles.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👥 Peer Benchmarking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Anonymous peer cohort comparison to analyze readiness relative to batch averages.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📄 AI Resume Matcher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Real-time ATS score calculation comparing candidate resume against target job descriptions.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PlacementOS v2.0 - Empowering Students for Placement Success</a:t>
            </a:r>
          </a:p>
          <a:p>
            <a:pPr algn="ctr">
              <a:spcBef>
                <a:spcPts val="2400"/>
              </a:spcBef>
              <a:defRPr sz="1600">
                <a:solidFill>
                  <a:srgbClr val="2563EB"/>
                </a:solidFill>
              </a:defRPr>
            </a:pPr>
            <a:r>
              <a:t>Questions &amp;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